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629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728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214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695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373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772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31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4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995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39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24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866721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3464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0240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5057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512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244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9688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7867" y="482601"/>
            <a:ext cx="9025466" cy="3329581"/>
          </a:xfrm>
        </p:spPr>
        <p:txBody>
          <a:bodyPr/>
          <a:lstStyle/>
          <a:p>
            <a:r>
              <a:rPr sz="5400" dirty="0"/>
              <a:t>Electric Vehicle Charge &amp; Range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Tableau &amp; MySQL Project</a:t>
            </a:r>
          </a:p>
          <a:p>
            <a:r>
              <a:t>Presented by: Naga </a:t>
            </a:r>
            <a:r>
              <a:rPr lang="en-US"/>
              <a:t>Lakshmi </a:t>
            </a:r>
            <a:r>
              <a:t>K</a:t>
            </a:r>
            <a:r>
              <a:rPr lang="en-US"/>
              <a:t>uppala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Analysis of Electric Vehicle performance metrics.</a:t>
            </a:r>
            <a:endParaRPr lang="en-US" dirty="0"/>
          </a:p>
          <a:p>
            <a:r>
              <a:rPr dirty="0"/>
              <a:t>Comparison of Efficiency, Range, and Price.</a:t>
            </a:r>
            <a:endParaRPr lang="en-US" dirty="0"/>
          </a:p>
          <a:p>
            <a:r>
              <a:rPr dirty="0"/>
              <a:t>Visualization using Tableau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Query – Top Efficient Brands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SELECT Brand, AVG(</a:t>
            </a:r>
            <a:r>
              <a:rPr dirty="0" err="1"/>
              <a:t>Efficiency_WhKm</a:t>
            </a:r>
            <a:r>
              <a:rPr dirty="0"/>
              <a:t>) AS </a:t>
            </a:r>
            <a:r>
              <a:rPr dirty="0" err="1"/>
              <a:t>AvgEfficiency</a:t>
            </a:r>
            <a:endParaRPr dirty="0"/>
          </a:p>
          <a:p>
            <a:pPr lvl="1"/>
            <a:r>
              <a:rPr dirty="0"/>
              <a:t>FROM </a:t>
            </a:r>
            <a:r>
              <a:rPr dirty="0" err="1"/>
              <a:t>ElectricCarData</a:t>
            </a:r>
            <a:endParaRPr dirty="0"/>
          </a:p>
          <a:p>
            <a:pPr lvl="1"/>
            <a:r>
              <a:rPr dirty="0"/>
              <a:t>GROUP BY Brand</a:t>
            </a:r>
          </a:p>
          <a:p>
            <a:pPr lvl="1"/>
            <a:r>
              <a:rPr dirty="0"/>
              <a:t>ORDER BY </a:t>
            </a:r>
            <a:r>
              <a:rPr dirty="0" err="1"/>
              <a:t>AvgEfficiency</a:t>
            </a:r>
            <a:r>
              <a:rPr dirty="0"/>
              <a:t> ASC</a:t>
            </a:r>
          </a:p>
          <a:p>
            <a:pPr lvl="1"/>
            <a:r>
              <a:rPr dirty="0"/>
              <a:t>LIMIT 10;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Query – Highest Range Cars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Brand, Model, Range_Km</a:t>
            </a:r>
          </a:p>
          <a:p>
            <a:pPr lvl="1"/>
            <a:r>
              <a:t>FROM ElectricCarData</a:t>
            </a:r>
          </a:p>
          <a:p>
            <a:pPr lvl="1"/>
            <a:r>
              <a:t>ORDER BY Range_Km DESC</a:t>
            </a:r>
          </a:p>
          <a:p>
            <a:pPr lvl="1"/>
            <a:r>
              <a:t>LIMIT 10;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Query – Charging Stations by Region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region, COUNT(*) AS TotalStations</a:t>
            </a:r>
          </a:p>
          <a:p>
            <a:pPr lvl="1"/>
            <a:r>
              <a:t>FROM ChargingStations</a:t>
            </a:r>
          </a:p>
          <a:p>
            <a:pPr lvl="1"/>
            <a:r>
              <a:t>GROUP BY region</a:t>
            </a:r>
          </a:p>
          <a:p>
            <a:pPr lvl="1"/>
            <a:r>
              <a:t>ORDER BY TotalStations DESC;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Query – Average Price by Brand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Brand, AVG(PriceEuro) AS AvgPrice</a:t>
            </a:r>
          </a:p>
          <a:p>
            <a:pPr lvl="1"/>
            <a:r>
              <a:t>FROM ElectricCarData</a:t>
            </a:r>
          </a:p>
          <a:p>
            <a:pPr lvl="1"/>
            <a:r>
              <a:t>GROUP BY Brand</a:t>
            </a:r>
          </a:p>
          <a:p>
            <a:pPr lvl="1"/>
            <a:r>
              <a:t>ORDER BY AvgPrice DESC;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Average Efficiency by Brand</a:t>
            </a:r>
          </a:p>
        </p:txBody>
      </p:sp>
      <p:pic>
        <p:nvPicPr>
          <p:cNvPr id="3" name="Picture 2" descr="efficienc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934" y="1853248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Range by Brand</a:t>
            </a:r>
          </a:p>
        </p:txBody>
      </p:sp>
      <p:pic>
        <p:nvPicPr>
          <p:cNvPr id="3" name="Picture 2" descr="rang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Average Price by Brand</a:t>
            </a:r>
          </a:p>
        </p:txBody>
      </p:sp>
      <p:pic>
        <p:nvPicPr>
          <p:cNvPr id="3" name="Picture 2" descr="pric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Efficiency vs Range (Scatter Plot)</a:t>
            </a:r>
          </a:p>
        </p:txBody>
      </p:sp>
      <p:pic>
        <p:nvPicPr>
          <p:cNvPr id="3" name="Picture 2" descr="scatte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used for backend data analysis.</a:t>
            </a:r>
          </a:p>
          <a:p>
            <a:pPr lvl="1"/>
            <a:r>
              <a:t>Tableau used for dashboard visualization.</a:t>
            </a:r>
          </a:p>
          <a:p>
            <a:pPr lvl="1"/>
            <a:r>
              <a:t>Project demonstrates Business Intelligence skills.</a:t>
            </a:r>
          </a:p>
          <a:p>
            <a:pPr lvl="1"/>
            <a:r>
              <a:t>Useful for EV market insights.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5</TotalTime>
  <Words>188</Words>
  <Application>Microsoft Office PowerPoint</Application>
  <PresentationFormat>On-screen Show (4:3)</PresentationFormat>
  <Paragraphs>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</vt:lpstr>
      <vt:lpstr>Electric Vehicle Charge &amp; Range Analysis</vt:lpstr>
      <vt:lpstr>Project Introduction</vt:lpstr>
      <vt:lpstr>SQL Query – Top Efficient Brands</vt:lpstr>
      <vt:lpstr>SQL Query – Highest Range Cars</vt:lpstr>
      <vt:lpstr>SQL Query – Charging Stations by Region</vt:lpstr>
      <vt:lpstr>SQL Query – Average Price by Brand</vt:lpstr>
      <vt:lpstr>Average Efficiency by Brand</vt:lpstr>
      <vt:lpstr>Range by Brand</vt:lpstr>
      <vt:lpstr>Average Price by Brand</vt:lpstr>
      <vt:lpstr>Efficiency vs Range (Scatter Plot)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lakshmi</dc:creator>
  <dc:description>generated using python-pptx</dc:description>
  <cp:lastModifiedBy>nagalakshmikuppalampc2020@gmail.com</cp:lastModifiedBy>
  <cp:revision>3</cp:revision>
  <dcterms:created xsi:type="dcterms:W3CDTF">2013-01-27T09:14:00Z</dcterms:created>
  <dcterms:modified xsi:type="dcterms:W3CDTF">2026-03-01T09:47:16Z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35C7DDC06ED449F98C4AEFD4BAD0AF45_12</vt:lpwstr>
  </property>
  <property fmtid="{D5CDD505-2E9C-101B-9397-08002B2CF9AE}" pid="3" name="KSOProductBuildVer">
    <vt:lpwstr>1033-12.2.0.23196</vt:lpwstr>
  </property>
</Properties>
</file>